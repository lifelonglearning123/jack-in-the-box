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50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1955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4.png"/><Relationship Id="rId9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A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548640"/>
            <a:ext cx="2651760" cy="3291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39319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JACK IN THE BOX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0" y="43434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TRAINING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474720" y="274320"/>
            <a:ext cx="53035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UNLEASH YOUR</a:t>
            </a:r>
            <a:endParaRPr lang="en-US" sz="4800" dirty="0"/>
          </a:p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CREATIVITY</a:t>
            </a:r>
            <a:endParaRPr lang="en-US" sz="4800" dirty="0"/>
          </a:p>
        </p:txBody>
      </p:sp>
      <p:sp>
        <p:nvSpPr>
          <p:cNvPr id="7" name="Shape 4"/>
          <p:cNvSpPr/>
          <p:nvPr/>
        </p:nvSpPr>
        <p:spPr>
          <a:xfrm>
            <a:off x="3474720" y="2743200"/>
            <a:ext cx="5303520" cy="73152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3474720" y="2880360"/>
            <a:ext cx="53035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&amp; Innovative Training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Specifically for Micro Business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3474720" y="4206240"/>
            <a:ext cx="5303520" cy="731520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3474720" y="420624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Helping Micro Businesses Think Outside the Box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kern="0" spc="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CHALLENGE FACING MICRO BUSINESSES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45720"/>
            <a:ext cx="822960" cy="822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1143000"/>
            <a:ext cx="2560320" cy="34747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365760" y="137160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75%</a:t>
            </a:r>
            <a:endParaRPr lang="en-US" sz="7200" dirty="0"/>
          </a:p>
        </p:txBody>
      </p:sp>
      <p:sp>
        <p:nvSpPr>
          <p:cNvPr id="7" name="Text 4"/>
          <p:cNvSpPr/>
          <p:nvPr/>
        </p:nvSpPr>
        <p:spPr>
          <a:xfrm>
            <a:off x="365760" y="283464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UK businesses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micro businesses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(1–9 employees)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91840" y="1188720"/>
            <a:ext cx="502920" cy="502920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5848" y="123444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931920" y="118872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Creativity and innovation are declining in the micro business sector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3291840" y="2011680"/>
            <a:ext cx="502920" cy="502920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5848" y="205740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931920" y="201168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businesses are not growing to their full potential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291840" y="2834640"/>
            <a:ext cx="502920" cy="502920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5848" y="2880360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931920" y="283464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are stuck in their comfort zones — trapped in 'The Box'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3291840" y="3657600"/>
            <a:ext cx="502920" cy="502920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55848" y="3703320"/>
            <a:ext cx="365760" cy="36576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931920" y="365760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training is designed for large businesses with specialist teams — it simply doesn't transfer to micro businesses</a:t>
            </a:r>
            <a:endParaRPr lang="en-US" sz="1300" dirty="0"/>
          </a:p>
        </p:txBody>
      </p:sp>
      <p:sp>
        <p:nvSpPr>
          <p:cNvPr id="20" name="Shape 13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4"/>
          <p:cNvSpPr/>
          <p:nvPr/>
        </p:nvSpPr>
        <p:spPr>
          <a:xfrm>
            <a:off x="274320" y="475488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in the Box Training was created to solve exactly this problem.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kern="0" spc="100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WHO WE ARE &amp; WHAT WE DO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45720"/>
            <a:ext cx="822960" cy="822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1097280"/>
            <a:ext cx="2926080" cy="36576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88720"/>
            <a:ext cx="2651760" cy="32918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657600" y="109728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C22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Jack in the Box Training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3657600" y="1737360"/>
            <a:ext cx="51206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developed a powerful set of tools, techniques and solutions specifically designed for micro business owners and their teams.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mainstream training programmes built for large corporates with dedicated teams and resources, our workshops are built from the ground up for businesses with 1–9 people.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also harness the power of AI in a simple and accessible way — freeing up time for your team to focus on what matters most: creativity, growth and building a better business.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6"/>
          <p:cNvSpPr/>
          <p:nvPr/>
        </p:nvSpPr>
        <p:spPr>
          <a:xfrm>
            <a:off x="274320" y="475488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works for a micro business, it transfers seamlessly to larger organisations too.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kern="0" spc="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WORKSHOPS &amp; PROGRAMMES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45720"/>
            <a:ext cx="822960" cy="822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1005840"/>
            <a:ext cx="4114800" cy="17830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3"/>
          <p:cNvSpPr/>
          <p:nvPr/>
        </p:nvSpPr>
        <p:spPr>
          <a:xfrm>
            <a:off x="411480" y="114300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411480" y="1143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4760" y="1143000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51560" y="111556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Getting to Eureka!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11480" y="169164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full-day, high-energy workshop giving individuals and organisations the tools and techniques to produce creative and innovative solutions and ideas.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754880" y="1005840"/>
            <a:ext cx="4114800" cy="1783080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8"/>
          <p:cNvSpPr/>
          <p:nvPr/>
        </p:nvSpPr>
        <p:spPr>
          <a:xfrm>
            <a:off x="4892040" y="114300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9"/>
          <p:cNvSpPr/>
          <p:nvPr/>
        </p:nvSpPr>
        <p:spPr>
          <a:xfrm>
            <a:off x="4892040" y="1143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C22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320" y="114300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532120" y="111556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From Eureka to the Marketplace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4892040" y="169164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full-day workshop tackling the hardest step — turning your idea into a market-ready product or service. Covers resilience, flexibility and learning from mistakes.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274320" y="3017520"/>
            <a:ext cx="4114800" cy="17830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3"/>
          <p:cNvSpPr/>
          <p:nvPr/>
        </p:nvSpPr>
        <p:spPr>
          <a:xfrm>
            <a:off x="411480" y="315468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4"/>
          <p:cNvSpPr/>
          <p:nvPr/>
        </p:nvSpPr>
        <p:spPr>
          <a:xfrm>
            <a:off x="411480" y="3154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94760" y="3154680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51560" y="312724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Start-Up Accelerator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411480" y="370332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distillation of Workshops 1 &amp; 2, designed for new and potential micro business owners and start-ups. Builds creativity and innovation into your business from day one.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754880" y="3017520"/>
            <a:ext cx="4114800" cy="178308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18"/>
          <p:cNvSpPr/>
          <p:nvPr/>
        </p:nvSpPr>
        <p:spPr>
          <a:xfrm>
            <a:off x="4892040" y="315468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19"/>
          <p:cNvSpPr/>
          <p:nvPr/>
        </p:nvSpPr>
        <p:spPr>
          <a:xfrm>
            <a:off x="4892040" y="3154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2D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5320" y="3154680"/>
            <a:ext cx="411480" cy="4114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532120" y="312724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Creative Consultancy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892040" y="370332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bespoke, tailored service working exclusively with your business to design and deliver custom training and creative solutions built around your specific needs.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3"/>
          <p:cNvSpPr/>
          <p:nvPr/>
        </p:nvSpPr>
        <p:spPr>
          <a:xfrm>
            <a:off x="274320" y="475488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Workshops 1, 2 &amp; 3 are all full-day workshops  •  Consultancy is tailored to your needs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kern="0" spc="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WORKSHOP DETAIL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45720"/>
            <a:ext cx="822960" cy="822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1005840"/>
            <a:ext cx="4023360" cy="3749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097280"/>
            <a:ext cx="548640" cy="5486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51560" y="10972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1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274320" y="150876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"Getting to Eureka!"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457200" y="2148840"/>
            <a:ext cx="365760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6"/>
          <p:cNvSpPr/>
          <p:nvPr/>
        </p:nvSpPr>
        <p:spPr>
          <a:xfrm>
            <a:off x="411480" y="2286000"/>
            <a:ext cx="37490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powerful, energising full-day workshop giving individuals and organisations the information, tools and techniques to produce creative and innovative ideas and solutions.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 leave with practical frameworks they can apply immediately to generate ideas, solve problems and drive innovation within their business.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846320" y="1005840"/>
            <a:ext cx="4023360" cy="37490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1097280"/>
            <a:ext cx="548640" cy="5486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623560" y="10972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2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4846320" y="1508760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"From Eureka to the Marketplace"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5029200" y="2286000"/>
            <a:ext cx="365760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1"/>
          <p:cNvSpPr/>
          <p:nvPr/>
        </p:nvSpPr>
        <p:spPr>
          <a:xfrm>
            <a:off x="4983480" y="2423160"/>
            <a:ext cx="374904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most critical — and most frequently failed — steps in innovation is taking the 'Eureka moment' and turning it into a viable, market-ready product or service.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full-day workshop covers flexibility, resilience, persistence, and the mindset needed to make mistakes, learn from them and evolve great ideas into real business growth.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3"/>
          <p:cNvSpPr/>
          <p:nvPr/>
        </p:nvSpPr>
        <p:spPr>
          <a:xfrm>
            <a:off x="274320" y="475488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workshops are full-day sessions — energetic, practical and immediately applicable.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kern="0" spc="100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WORKSHOP DETAIL (CONTINUED)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45720"/>
            <a:ext cx="822960" cy="822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1005840"/>
            <a:ext cx="4023360" cy="3749040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097280"/>
            <a:ext cx="548640" cy="5486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51560" y="10972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3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274320" y="150876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"Start-Up Accelerator"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457200" y="2148840"/>
            <a:ext cx="365760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6"/>
          <p:cNvSpPr/>
          <p:nvPr/>
        </p:nvSpPr>
        <p:spPr>
          <a:xfrm>
            <a:off x="411480" y="2286000"/>
            <a:ext cx="37490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distillation of Workshops 1 and 2, specifically designed for potential and new micro business owners, start-ups and their teams.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full-day session provides the key tools, techniques and processes to help new businesses build creativity and innovation as a core driver from the very beginning — giving them the best possible foundation for growth.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846320" y="1005840"/>
            <a:ext cx="4023360" cy="3749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1097280"/>
            <a:ext cx="548640" cy="5486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623560" y="10972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4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4846320" y="150876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"Creative Consultancy"</a:t>
            </a:r>
            <a:endParaRPr lang="en-US" sz="1800" dirty="0"/>
          </a:p>
        </p:txBody>
      </p:sp>
      <p:sp>
        <p:nvSpPr>
          <p:cNvPr id="15" name="Shape 10"/>
          <p:cNvSpPr/>
          <p:nvPr/>
        </p:nvSpPr>
        <p:spPr>
          <a:xfrm>
            <a:off x="5029200" y="2148840"/>
            <a:ext cx="365760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1"/>
          <p:cNvSpPr/>
          <p:nvPr/>
        </p:nvSpPr>
        <p:spPr>
          <a:xfrm>
            <a:off x="4983480" y="2286000"/>
            <a:ext cx="37490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bespoke consultancy service works exclusively with you to build and deliver tailormade training and creative solutions designed around the specific needs of your business.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truly personalised service — no off-the-shelf solutions. Just expert guidance, creative thinking and practical tools crafted entirely for your organisation.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3"/>
          <p:cNvSpPr/>
          <p:nvPr/>
        </p:nvSpPr>
        <p:spPr>
          <a:xfrm>
            <a:off x="274320" y="475488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solution is built for micro business first — but transfers effortlessly to larger organisations.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74320"/>
            <a:ext cx="3566160" cy="43891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480560" y="365760"/>
            <a:ext cx="42976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POWER</a:t>
            </a:r>
            <a:endParaRPr lang="en-US" sz="4400" dirty="0"/>
          </a:p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OF AI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4480560" y="2103120"/>
            <a:ext cx="429768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4480560" y="2286000"/>
            <a:ext cx="42976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show you how to harness the power of AI in a simple, practical and immediately accessible way.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integrating AI into your working day, you free up valuable time for your team — creating more space for the creative and innovative thinking that drives real business growth.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technical expertise required. Just smarter ways of working.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kern="0" spc="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WHO WE'VE WORKED WITH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45720"/>
            <a:ext cx="822960" cy="822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97280"/>
            <a:ext cx="2377440" cy="2377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457200" y="137160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100s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457200" y="24688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Micro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108960" y="1097280"/>
            <a:ext cx="5669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in the Box Training has worked with hundreds of micro businesses across a wide range of sectors — as well as some of the UK's most recognised larger organisations.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108960" y="2194560"/>
            <a:ext cx="1828800" cy="594360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3108960" y="219456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Co-op Bank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074920" y="2194560"/>
            <a:ext cx="1828800" cy="5943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5074920" y="219456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Sanders &amp; Sidney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040880" y="2194560"/>
            <a:ext cx="1828800" cy="594360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7040880" y="219456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Heineken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108960" y="2971800"/>
            <a:ext cx="1828800" cy="5943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3108960" y="29718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Chartered Institute of Marketing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074920" y="2971800"/>
            <a:ext cx="1828800" cy="594360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/>
          <p:nvPr/>
        </p:nvSpPr>
        <p:spPr>
          <a:xfrm>
            <a:off x="5074920" y="29718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Russian Standard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108960" y="4114800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 works across all sectors and all sizes — from solo traders to national brands.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/>
          <p:nvPr/>
        </p:nvSpPr>
        <p:spPr>
          <a:xfrm>
            <a:off x="274320" y="475488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by micro businesses and major brands alike.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kern="0" spc="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JACK IN THE BOX TRAINING?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45720"/>
            <a:ext cx="822960" cy="822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1051560"/>
            <a:ext cx="502920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" y="1115568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4400" y="1051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 for Micro Business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914400" y="132588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generic corporate training, every workshop is designed specifically for businesses with 1–9 people.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4754880" y="1051560"/>
            <a:ext cx="502920" cy="502920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8888" y="1115568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394960" y="1051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Creativity at the Core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5394960" y="132588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put creative thinking and innovation at the heart of everything — not as a nice-to-have, but as a growth driver.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274320" y="2240280"/>
            <a:ext cx="502920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328" y="2304288"/>
            <a:ext cx="365760" cy="3657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14400" y="2240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Proven Results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914400" y="25146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micro businesses and major brands have used our tools to think differently and grow.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4754880" y="2240280"/>
            <a:ext cx="502920" cy="502920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8888" y="2304288"/>
            <a:ext cx="365760" cy="36576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394960" y="2240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AI-Enhanced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5394960" y="25146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show you how to use AI practically to free up time and amplify creative output without technical expertise.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274320" y="3429000"/>
            <a:ext cx="502920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8328" y="3493008"/>
            <a:ext cx="365760" cy="36576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914400" y="3429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Bespoke Options</a:t>
            </a:r>
            <a:endParaRPr lang="en-US" sz="1300" dirty="0"/>
          </a:p>
        </p:txBody>
      </p:sp>
      <p:sp>
        <p:nvSpPr>
          <p:cNvPr id="24" name="Text 16"/>
          <p:cNvSpPr/>
          <p:nvPr/>
        </p:nvSpPr>
        <p:spPr>
          <a:xfrm>
            <a:off x="914400" y="37033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off-the-shelf full-day workshops to fully tailored consultancy — we flex to your needs.</a:t>
            </a:r>
            <a:endParaRPr lang="en-US" sz="1200" dirty="0"/>
          </a:p>
        </p:txBody>
      </p:sp>
      <p:sp>
        <p:nvSpPr>
          <p:cNvPr id="25" name="Shape 17"/>
          <p:cNvSpPr/>
          <p:nvPr/>
        </p:nvSpPr>
        <p:spPr>
          <a:xfrm>
            <a:off x="4754880" y="3429000"/>
            <a:ext cx="502920" cy="502920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18888" y="3493008"/>
            <a:ext cx="365760" cy="36576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5394960" y="3429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Transferable</a:t>
            </a:r>
            <a:endParaRPr lang="en-US" sz="1300" dirty="0"/>
          </a:p>
        </p:txBody>
      </p:sp>
      <p:sp>
        <p:nvSpPr>
          <p:cNvPr id="28" name="Text 19"/>
          <p:cNvSpPr/>
          <p:nvPr/>
        </p:nvSpPr>
        <p:spPr>
          <a:xfrm>
            <a:off x="5394960" y="37033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built for micro businesses are lean, effective and scale effortlessly to larger organisations.</a:t>
            </a:r>
            <a:endParaRPr lang="en-US" sz="1200" dirty="0"/>
          </a:p>
        </p:txBody>
      </p:sp>
      <p:sp>
        <p:nvSpPr>
          <p:cNvPr id="29" name="Shape 20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1"/>
          <p:cNvSpPr/>
          <p:nvPr/>
        </p:nvSpPr>
        <p:spPr>
          <a:xfrm>
            <a:off x="274320" y="475488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It's time to think outside the box.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A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457200"/>
            <a:ext cx="3017520" cy="3749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4297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JACK IN THE BOX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0" y="4663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TRAINING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840480" y="320040"/>
            <a:ext cx="49377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READY TO THINK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OUTSIDE THE BOX?</a:t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3840480" y="2240280"/>
            <a:ext cx="4937760" cy="64008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3840480" y="23774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We'd love to talk to you about how Jack in the Box Training can help your business unlock its creative potential and grow.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840480" y="3429000"/>
            <a:ext cx="4937760" cy="1371600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0" y="356616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72000" y="35204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Get in touch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023360" y="39776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ijcass63@gmail.com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3840480" y="47548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"Unleash Your Creativity"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987</Words>
  <Application>Microsoft Office PowerPoint</Application>
  <PresentationFormat>On-screen Show (16:9)</PresentationFormat>
  <Paragraphs>114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Jack in the Box Training - Sales Presenter</dc:title>
  <dc:subject>PptxGenJS Presentation</dc:subject>
  <dc:creator>PptxGenJS</dc:creator>
  <cp:lastModifiedBy>Ian Cass</cp:lastModifiedBy>
  <cp:revision>1</cp:revision>
  <dcterms:created xsi:type="dcterms:W3CDTF">2026-04-25T19:18:08Z</dcterms:created>
  <dcterms:modified xsi:type="dcterms:W3CDTF">2026-04-25T19:23:42Z</dcterms:modified>
</cp:coreProperties>
</file>